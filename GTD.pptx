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9c006b664e_0_1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00" cy="446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29c006b664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9c006b664e_0_11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00" cy="446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29c006b664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/>
          </a:blip>
          <a:srcRect l="2557" t="21327" b="14813"/>
          <a:stretch/>
        </p:blipFill>
        <p:spPr>
          <a:xfrm>
            <a:off x="459139" y="4283681"/>
            <a:ext cx="8244408" cy="36944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459138" y="339250"/>
            <a:ext cx="824440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chemeClr val="bg2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Государственное бюджетное общеобразовательное учреждение города Москвы «Образовательный центр «Протон»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013100" y="5013568"/>
            <a:ext cx="2690446" cy="15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bg2">
                    <a:lumMod val="50000"/>
                  </a:schemeClr>
                </a:solidFill>
                <a:sym typeface="Arial"/>
              </a:rPr>
              <a:t>Работу выполнил: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bg2">
                    <a:lumMod val="50000"/>
                  </a:schemeClr>
                </a:solidFill>
                <a:sym typeface="Arial"/>
              </a:rPr>
              <a:t>ученик </a:t>
            </a:r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sym typeface="Arial"/>
              </a:rPr>
              <a:t>1</a:t>
            </a:r>
            <a:r>
              <a:rPr lang="en-US" b="1" dirty="0" smtClean="0">
                <a:solidFill>
                  <a:schemeClr val="bg2">
                    <a:lumMod val="50000"/>
                  </a:schemeClr>
                </a:solidFill>
                <a:sym typeface="Arial"/>
              </a:rPr>
              <a:t>0</a:t>
            </a:r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sym typeface="Arial"/>
              </a:rPr>
              <a:t>-Т </a:t>
            </a:r>
            <a:r>
              <a:rPr lang="ru-RU" b="1" dirty="0">
                <a:solidFill>
                  <a:schemeClr val="bg2">
                    <a:lumMod val="50000"/>
                  </a:schemeClr>
                </a:solidFill>
                <a:sym typeface="Arial"/>
              </a:rPr>
              <a:t>класса</a:t>
            </a:r>
            <a:br>
              <a:rPr lang="ru-RU" b="1" dirty="0">
                <a:solidFill>
                  <a:schemeClr val="bg2">
                    <a:lumMod val="50000"/>
                  </a:schemeClr>
                </a:solidFill>
                <a:sym typeface="Arial"/>
              </a:rPr>
            </a:br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sym typeface="Arial"/>
              </a:rPr>
              <a:t>Гуков Тимур Дмитриевич</a:t>
            </a:r>
            <a:r>
              <a:rPr lang="ru-RU" b="1" dirty="0">
                <a:solidFill>
                  <a:schemeClr val="bg2">
                    <a:lumMod val="50000"/>
                  </a:schemeClr>
                </a:solidFill>
                <a:sym typeface="Arial"/>
              </a:rPr>
              <a:t/>
            </a:r>
            <a:br>
              <a:rPr lang="ru-RU" b="1" dirty="0">
                <a:solidFill>
                  <a:schemeClr val="bg2">
                    <a:lumMod val="50000"/>
                  </a:schemeClr>
                </a:solidFill>
                <a:sym typeface="Arial"/>
              </a:rPr>
            </a:br>
            <a:endParaRPr b="1" dirty="0">
              <a:solidFill>
                <a:schemeClr val="bg2">
                  <a:lumMod val="50000"/>
                </a:schemeClr>
              </a:solidFill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bg2">
                    <a:lumMod val="50000"/>
                  </a:schemeClr>
                </a:solidFill>
                <a:sym typeface="Arial"/>
              </a:rPr>
              <a:t>Научный руководитель: 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bg2">
                    <a:lumMod val="50000"/>
                  </a:schemeClr>
                </a:solidFill>
                <a:sym typeface="Arial"/>
              </a:rPr>
              <a:t>Руководитель </a:t>
            </a:r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sym typeface="Arial"/>
              </a:rPr>
              <a:t>ИТ-проектов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sym typeface="Arial"/>
              </a:rPr>
              <a:t>Зверков Павел Сергеевич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59138" y="2513194"/>
            <a:ext cx="824440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solidFill>
                  <a:srgbClr val="E15126"/>
                </a:solidFill>
              </a:rPr>
              <a:t>Telegram Bot </a:t>
            </a:r>
            <a:r>
              <a:rPr lang="ru-RU" sz="3600" b="1" dirty="0" smtClean="0">
                <a:solidFill>
                  <a:srgbClr val="E15126"/>
                </a:solidFill>
              </a:rPr>
              <a:t>для обработки платежных данных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755576" y="305114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1510124" y="246185"/>
            <a:ext cx="6120680" cy="535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cap="none" dirty="0" smtClean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Актуальность</a:t>
            </a:r>
            <a:endParaRPr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40307" y="1663355"/>
            <a:ext cx="41148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Упрощение </a:t>
            </a:r>
            <a:r>
              <a:rPr lang="ru-RU" sz="18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работы с </a:t>
            </a:r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документами</a:t>
            </a:r>
            <a:endParaRPr lang="ru-RU" sz="1800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ru-RU" dirty="0" err="1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Telegram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делает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процесс работы с документами более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удобным,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особенно для пользователей, которые часто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работают с отчетами и аналитикой</a:t>
            </a:r>
            <a:endParaRPr lang="ru-RU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83607" y="2945381"/>
            <a:ext cx="41148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u-RU" sz="18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Автоматизация обработки </a:t>
            </a:r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данных</a:t>
            </a:r>
            <a:endParaRPr lang="ru-RU" sz="18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условиях постоянного увеличения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объемов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информации, автоматизация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процесса позволяет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значительно сократить время и усилия, затрачиваемые на ручной ввод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данных</a:t>
            </a:r>
            <a:endParaRPr lang="ru-RU" sz="18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0307" y="4227407"/>
            <a:ext cx="411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-RU" sz="18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Доступность и </a:t>
            </a:r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мобильность</a:t>
            </a:r>
          </a:p>
          <a:p>
            <a:pPr algn="ctr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Использование 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Telegram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для выполнения таких задач позволяет пользователям работать с данными в любом месте и в любое время, что особенно актуально для специалистов, работающих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ru-RU" dirty="0" err="1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удаленке</a:t>
            </a:r>
            <a:endParaRPr lang="ru-RU" b="1" dirty="0" smtClean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2" descr="Файл:Telegram Messenger.png — Википедия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256" y="1762951"/>
            <a:ext cx="867046" cy="867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Данные – Бесплатные иконки: компьютер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313" y="4480037"/>
            <a:ext cx="951429" cy="95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Информация – Бесплатные иконки: интерфейс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903" y="3194815"/>
            <a:ext cx="751596" cy="75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Отчет – Бесплатные иконки: файлы и папки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763" y="1758717"/>
            <a:ext cx="867966" cy="867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Время вышло – Бесплатные иконки: интерфейс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13" y="4524447"/>
            <a:ext cx="847095" cy="84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Пользователь – Бесплатные иконки: Социальное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135" y="1782918"/>
            <a:ext cx="829343" cy="82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Иконка настройки, шестеренка, settings, размер 64x64 | id39694 |  iconbird.com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85" y="3173443"/>
            <a:ext cx="801810" cy="80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Символ документов – Бесплатные иконки: интерфейс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655" y="4557816"/>
            <a:ext cx="827146" cy="827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Бот – Бесплатные иконки: коммуникации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470" y="3092131"/>
            <a:ext cx="871630" cy="871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755576" y="305114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563994" y="237392"/>
            <a:ext cx="6012940" cy="62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640"/>
              </a:buClr>
              <a:buSzPts val="3200"/>
              <a:buFont typeface="Arial"/>
              <a:buNone/>
            </a:pPr>
            <a:r>
              <a:rPr lang="ru-RU" sz="3200" b="1" cap="none" dirty="0" smtClean="0">
                <a:solidFill>
                  <a:srgbClr val="00164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Цель и задачи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64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rgbClr val="0016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2754052" y="4437112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7345" y="1790006"/>
            <a:ext cx="52467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</a:t>
            </a:r>
            <a:endParaRPr lang="ru-RU" sz="2400" dirty="0" smtClean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Разработать 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Telegram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который обеспечивает автоматизированное считывание данных из PDF-файлов и их перенос в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 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Sheets</a:t>
            </a:r>
            <a:endParaRPr lang="ru-RU" sz="24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24512" y="3174487"/>
            <a:ext cx="554775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Задачи</a:t>
            </a:r>
          </a:p>
          <a:p>
            <a:pPr algn="ctr"/>
            <a:r>
              <a:rPr lang="ru-RU" sz="24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Исследовать существующие технологии и библиотеки для обработки PDF-файлов и интеграции с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 Sheets</a:t>
            </a:r>
            <a:r>
              <a:rPr lang="en-US" dirty="0"/>
              <a:t> </a:t>
            </a:r>
            <a:endParaRPr lang="ru-RU" dirty="0" smtClean="0"/>
          </a:p>
          <a:p>
            <a:pPr algn="ctr"/>
            <a:endParaRPr lang="ru-RU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Разработать архитектуру бота, обеспечивающую надежность и эффективность обработки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данных</a:t>
            </a:r>
            <a:endParaRPr lang="ru-RU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ru-RU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Реализовать функционал для обработки различных форматов PDF и настройки параметров переноса данных в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 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Sheets</a:t>
            </a:r>
            <a:endParaRPr lang="ru-RU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Пнг Цель 10 фот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647" y="1714621"/>
            <a:ext cx="1729618" cy="137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Задачи – Бесплатные иконки: интерфейс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788911"/>
            <a:ext cx="1729618" cy="166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Скругленный прямоугольник 14"/>
          <p:cNvSpPr/>
          <p:nvPr/>
        </p:nvSpPr>
        <p:spPr>
          <a:xfrm>
            <a:off x="6080150" y="2127738"/>
            <a:ext cx="2576146" cy="26787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3263940" y="2127738"/>
            <a:ext cx="2576146" cy="26787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474785" y="2127738"/>
            <a:ext cx="2576146" cy="26787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0" name="Google Shape;120;p16"/>
          <p:cNvSpPr/>
          <p:nvPr/>
        </p:nvSpPr>
        <p:spPr>
          <a:xfrm>
            <a:off x="755576" y="305114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2351041" y="246185"/>
            <a:ext cx="4438846" cy="56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00164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Решения на рынке</a:t>
            </a:r>
            <a:endParaRPr sz="3200" b="1" dirty="0">
              <a:solidFill>
                <a:srgbClr val="00164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2754052" y="4437112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 descr="Adobe Acrobat Reader DC — скачайте и установите в Windows | Microsoft Sto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56" y="2469103"/>
            <a:ext cx="587761" cy="58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743" y="2469103"/>
            <a:ext cx="2183816" cy="5819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65393" y="2703718"/>
            <a:ext cx="156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Adobe </a:t>
            </a:r>
            <a:r>
              <a:rPr 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Acroba</a:t>
            </a:r>
            <a:endParaRPr lang="ru-RU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7477" y="3117824"/>
            <a:ext cx="21781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Предлагает функции для извлечения данных из PDF и экспорта их в 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Excel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или другие форматы, но не имеет интеграции с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мессенджерами.</a:t>
            </a:r>
            <a:endParaRPr lang="ru-RU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54056" y="3117824"/>
            <a:ext cx="22896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Онлайн-сервис, который позволяет конвертировать PDF в 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Excel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но не предлагает интеграцию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 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Sheets</a:t>
            </a:r>
            <a:r>
              <a:rPr lang="en-US" dirty="0"/>
              <a:t>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Telegram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1555" y="3070172"/>
            <a:ext cx="23557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Платный сервис для извлечения данных из PDF в таблицы, но также не имеет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интеграции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Google Sheets</a:t>
            </a:r>
            <a:r>
              <a:rPr lang="en-US" dirty="0"/>
              <a:t>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Telegram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File:Smallpdf-logo-simple-thumb.png - Wikimedia Commo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975" y="2462072"/>
            <a:ext cx="595169" cy="595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98144" y="2703718"/>
            <a:ext cx="1401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Smallpdf</a:t>
            </a:r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1837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755576" y="305114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1903226" y="237392"/>
            <a:ext cx="5337548" cy="67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 smtClean="0">
                <a:solidFill>
                  <a:srgbClr val="00164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Уникальность</a:t>
            </a:r>
            <a:endParaRPr sz="3200" b="1" dirty="0">
              <a:solidFill>
                <a:srgbClr val="00164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2754052" y="4437112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78758" y="1790694"/>
            <a:ext cx="406871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Интуитивно </a:t>
            </a:r>
            <a:r>
              <a:rPr lang="ru-RU" sz="18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понятный </a:t>
            </a:r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интерфейс</a:t>
            </a:r>
          </a:p>
          <a:p>
            <a:pPr algn="ctr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Бот предлагает простой и понятный интерфейс для пользователей, что позволяет легко загружать PDF-файлы и получать данные в таблицах без необходимости в технических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знаниях</a:t>
            </a:r>
            <a:endParaRPr lang="ru-RU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99014" y="3095680"/>
            <a:ext cx="390678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u-RU" sz="18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Гибкость в обработке </a:t>
            </a:r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данных</a:t>
            </a:r>
          </a:p>
          <a:p>
            <a:pPr algn="ctr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Бот может быть настроен для работы с различными типами PDF-документов, что делает его универсальным инструментом для различных бизнес-процессов и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</a:t>
            </a:r>
            <a:endParaRPr lang="ru-RU" sz="18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8758" y="4510992"/>
            <a:ext cx="408776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u-RU" sz="18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Интеграция с облачными </a:t>
            </a:r>
            <a:r>
              <a:rPr lang="ru-RU" sz="1800" b="1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сервисами</a:t>
            </a:r>
          </a:p>
          <a:p>
            <a:pPr algn="ctr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Уникальность проекта заключается в возможности интеграции с 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Таблицами, что обеспечивает доступ к данным из любой точки мира и упрощает совместную </a:t>
            </a:r>
            <a:r>
              <a:rPr lang="ru-RU" dirty="0" smtClean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работу</a:t>
            </a:r>
            <a:endParaRPr lang="ru-RU" sz="1800" b="1" dirty="0" smtClean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98" name="Picture 2" descr="Веб интерфейс – Бесплатные иконки: мультимеди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1616819"/>
            <a:ext cx="1433051" cy="143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Данные – Бесплатные иконки: компьютер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482" y="3049870"/>
            <a:ext cx="1433051" cy="143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Облачные технологии – Бесплатные иконки: сеть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773" y="4303819"/>
            <a:ext cx="1438279" cy="1438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1187450" y="2060575"/>
            <a:ext cx="6769100" cy="3529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755576" y="305114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2375758" y="237392"/>
            <a:ext cx="4389412" cy="54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cap="none" dirty="0" smtClean="0">
                <a:solidFill>
                  <a:srgbClr val="00164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Этапы разработки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3230116" y="256239"/>
            <a:ext cx="268376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 smtClean="0">
                <a:solidFill>
                  <a:srgbClr val="001640"/>
                </a:solidFill>
                <a:latin typeface="Calibri"/>
                <a:ea typeface="Calibri"/>
                <a:cs typeface="Calibri"/>
                <a:sym typeface="Calibri"/>
              </a:rPr>
              <a:t>Архитектура</a:t>
            </a:r>
            <a:r>
              <a:rPr lang="ru-RU" sz="3100" b="1" dirty="0" smtClean="0">
                <a:solidFill>
                  <a:srgbClr val="0016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71;p21"/>
          <p:cNvSpPr txBox="1"/>
          <p:nvPr/>
        </p:nvSpPr>
        <p:spPr>
          <a:xfrm>
            <a:off x="1793725" y="250241"/>
            <a:ext cx="5553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3200" b="1" dirty="0">
                <a:solidFill>
                  <a:srgbClr val="001640"/>
                </a:solidFill>
                <a:latin typeface="Calibri"/>
                <a:ea typeface="Calibri"/>
                <a:cs typeface="Calibri"/>
                <a:sym typeface="Calibri"/>
              </a:rPr>
              <a:t>Результаты</a:t>
            </a:r>
            <a:endParaRPr lang="ru-RU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1793725" y="250241"/>
            <a:ext cx="5553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3200" b="1" dirty="0">
                <a:solidFill>
                  <a:srgbClr val="001640"/>
                </a:solidFill>
                <a:latin typeface="Calibri"/>
                <a:ea typeface="Calibri"/>
                <a:cs typeface="Calibri"/>
                <a:sym typeface="Calibri"/>
              </a:rPr>
              <a:t>Результаты</a:t>
            </a:r>
            <a:endParaRPr lang="ru-RU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1;p21"/>
          <p:cNvSpPr txBox="1"/>
          <p:nvPr/>
        </p:nvSpPr>
        <p:spPr>
          <a:xfrm>
            <a:off x="1793725" y="250241"/>
            <a:ext cx="5553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3200" b="1" dirty="0">
                <a:solidFill>
                  <a:srgbClr val="001640"/>
                </a:solidFill>
                <a:latin typeface="Calibri"/>
                <a:ea typeface="Calibri"/>
                <a:cs typeface="Calibri"/>
                <a:sym typeface="Calibri"/>
              </a:rPr>
              <a:t>Результаты</a:t>
            </a:r>
            <a:endParaRPr lang="ru-RU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2153937" y="243247"/>
            <a:ext cx="483305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 smtClean="0">
                <a:solidFill>
                  <a:srgbClr val="001640"/>
                </a:solidFill>
                <a:latin typeface="Calibri"/>
                <a:ea typeface="Calibri"/>
                <a:cs typeface="Calibri"/>
                <a:sym typeface="Calibri"/>
              </a:rPr>
              <a:t>Перспективы</a:t>
            </a:r>
            <a:endParaRPr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187450" y="2060575"/>
            <a:ext cx="6769100" cy="3529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05;p25"/>
          <p:cNvSpPr/>
          <p:nvPr/>
        </p:nvSpPr>
        <p:spPr>
          <a:xfrm>
            <a:off x="2122192" y="265629"/>
            <a:ext cx="48965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44958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640"/>
              </a:buClr>
              <a:buSzPts val="3200"/>
              <a:buFont typeface="Calibri"/>
              <a:buNone/>
            </a:pPr>
            <a:r>
              <a:rPr lang="ru-RU" sz="3200" b="1" dirty="0" smtClean="0">
                <a:solidFill>
                  <a:srgbClr val="001640"/>
                </a:solidFill>
                <a:latin typeface="Calibri"/>
                <a:ea typeface="Calibri"/>
                <a:cs typeface="Calibri"/>
                <a:sym typeface="Calibri"/>
              </a:rPr>
              <a:t>Список литературы</a:t>
            </a:r>
            <a:endParaRPr sz="3200" b="1" i="0" u="none" strike="noStrike" cap="none" dirty="0">
              <a:solidFill>
                <a:srgbClr val="0016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08;p15" descr="Z:\2018\протон\протон.w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072" y="0"/>
            <a:ext cx="9147072" cy="645037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 txBox="1"/>
          <p:nvPr/>
        </p:nvSpPr>
        <p:spPr>
          <a:xfrm>
            <a:off x="1187450" y="2060575"/>
            <a:ext cx="6769100" cy="3529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2122192" y="265629"/>
            <a:ext cx="48965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44958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640"/>
              </a:buClr>
              <a:buSzPts val="3200"/>
              <a:buFont typeface="Calibri"/>
              <a:buNone/>
            </a:pPr>
            <a:r>
              <a:rPr lang="ru-RU" sz="3200" b="1" dirty="0" smtClean="0">
                <a:solidFill>
                  <a:srgbClr val="001640"/>
                </a:solidFill>
                <a:latin typeface="Calibri"/>
                <a:ea typeface="Calibri"/>
                <a:cs typeface="Calibri"/>
                <a:sym typeface="Calibri"/>
              </a:rPr>
              <a:t>Список литературы</a:t>
            </a:r>
            <a:endParaRPr sz="3200" b="1" i="0" u="none" strike="noStrike" cap="none" dirty="0">
              <a:solidFill>
                <a:srgbClr val="0016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</TotalTime>
  <Words>353</Words>
  <Application>Microsoft Office PowerPoint</Application>
  <PresentationFormat>Экран (4:3)</PresentationFormat>
  <Paragraphs>46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Кузовкин</dc:creator>
  <cp:lastModifiedBy>student</cp:lastModifiedBy>
  <cp:revision>30</cp:revision>
  <dcterms:modified xsi:type="dcterms:W3CDTF">2024-12-24T10:24:53Z</dcterms:modified>
</cp:coreProperties>
</file>